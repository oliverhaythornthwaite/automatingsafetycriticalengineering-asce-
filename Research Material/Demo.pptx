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66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9B5C6-FEFB-D61C-1DB3-17E9CD14FD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8725C6-78C4-4CA9-8D0D-012B50A35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BEB27-45C7-A998-A2B8-33419B5E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A8F35-8B55-4A50-928A-7B29747C1D4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9B862-704D-EAEC-1DF9-6B16ADD81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E8CB3-0AA7-E568-F24E-864E4AE3F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7A8C-5B87-42E8-88D5-919686AED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824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DD61C-9974-309B-2A5D-F2A651C0B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A7C01-3269-B0EC-EEE9-C09C93A14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D352-636A-EAED-FB3B-6DD321CA9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A8F35-8B55-4A50-928A-7B29747C1D4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DE233-8C5B-3E74-D338-9E145ED20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C241A-06E1-BAC8-E70A-C6841379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7A8C-5B87-42E8-88D5-919686AED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91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25751-3452-D629-A347-44F7D91AA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8BD1A-A6E9-50BF-ED0A-99097A994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121E2-6D73-575F-F266-EE9BB8993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A8F35-8B55-4A50-928A-7B29747C1D4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10FF9-8AB2-2065-7D81-3C4F25FD2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E2C98-08ED-6E4D-011A-3FE8194BB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7A8C-5B87-42E8-88D5-919686AED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611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066D-48D9-AB0A-FE0A-BACE50515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8E483-D4FE-5A14-3737-3B34A2F29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E594D3-1B82-58AE-039D-AED3EE904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40FCD-973B-577D-EA28-BFFB14460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A8F35-8B55-4A50-928A-7B29747C1D4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9AC44-484E-5CE4-E4A8-5E3BE6AFD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314EE-0C9C-FF86-DC67-28FD826ED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7A8C-5B87-42E8-88D5-919686AED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501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26A92-B349-95EE-FDB8-54F9EF335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6D582-081A-D226-D4B8-F111D70CA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F8D8E-229C-984D-36FC-9786E705E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515631-883B-2CFB-7F7D-5F657BDBF0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B654B0-B612-5029-DAFE-3DC8C1C177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1766E-AE6B-DCB9-2F5F-BF65E5B4A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A8F35-8B55-4A50-928A-7B29747C1D4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9C6424-155F-08AF-344C-11E3E82DE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A40AE3-C13F-6FDC-D531-43F76CD2D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7A8C-5B87-42E8-88D5-919686AED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9929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1AD94-1BC3-ACD5-C3A9-506C1DB6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D39B44-B3B1-8A25-4937-17CC42681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A8F35-8B55-4A50-928A-7B29747C1D4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261166-38EC-E3D4-D7A4-21E49752D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9CCD94-2B88-DE42-4C6D-1B203118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7A8C-5B87-42E8-88D5-919686AED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115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2AB53B-7EDC-E9FD-1420-AB058A559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A8F35-8B55-4A50-928A-7B29747C1D4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4138F8-22B5-C7E6-6799-EFABEF0C8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11A69-41B9-EB4B-9328-609DF8FE6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7A8C-5B87-42E8-88D5-919686AED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76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D97EA-E785-A18B-C46D-74B0D9CE4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8228D-8CCB-D9BE-D629-FEA7721FD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80DFF5-AC73-3C13-AE17-BC0101DA2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0ECB4-F27F-A466-4CC8-F33DEDF4D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A8F35-8B55-4A50-928A-7B29747C1D4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A243B-1AF1-23D8-16D1-76066EB2D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BBBDB-7821-10EA-D650-EA09DD45D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7A8C-5B87-42E8-88D5-919686AED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4398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DDD7A-8F71-5C56-D4FA-F6B036A3F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A0FF4F-C6D4-10EA-CCBF-D43FCA5695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C529B5-0A4F-F1A8-6198-ED2782FBC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A148C-B0B2-3CBC-DD7A-10AB73A8F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A8F35-8B55-4A50-928A-7B29747C1D4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D0F5A-0527-6BD7-EC46-221688D38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55789-A986-3182-44D1-B16D4E478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7A8C-5B87-42E8-88D5-919686AED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1398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72F27-0ECA-CA23-F15A-819FC3B86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B4BF0-91A8-26AD-7D56-A9FA388F2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63635-7A5E-F0E3-5452-47A94A538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A8F35-8B55-4A50-928A-7B29747C1D4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72021-BFEF-AC7C-AA93-FDD5B0370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381D5-A124-4071-9657-D426D9114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7A8C-5B87-42E8-88D5-919686AED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2573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250DF9-F52B-A6B1-00BC-B2CB7490C2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D51A3-AAD0-E615-88AF-9A7ED0503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CFBD5-EAE5-3BC2-82A8-ED2C7E211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A8F35-8B55-4A50-928A-7B29747C1D4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F8964-9700-DA83-FC4B-9D7284E16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78FD2-C7DD-8A6B-4392-5DB62BAAB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7A8C-5B87-42E8-88D5-919686AED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1703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AB380F-CC92-A1DF-AA7D-4A1348B0E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B472A-52A0-D32B-D1EF-3E21B85BB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1E431-91F0-BF41-F654-470746733F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1A8F35-8B55-4A50-928A-7B29747C1D4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94729-2A08-0963-3F12-99CC43992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BC999-605D-F29E-FD95-6224E5969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5B7A8C-5B87-42E8-88D5-919686AED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89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8F19C-858A-BF10-6400-C9183DA5A4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EA6E7-8261-3AAE-A7AC-1259331648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610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56716-CB10-64F0-378F-DBC5502CA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Safety Review Assistant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02E06-E1A6-5F6A-75AE-E1EF298DB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The review of requirements, plans and standards, implementation artefacts, tests and all associated documentation, requires SQEP, knowledge of plans and standards, work instructions, tool experience and project context.</a:t>
            </a:r>
          </a:p>
          <a:p>
            <a:pPr algn="just"/>
            <a:r>
              <a:rPr lang="en-GB" dirty="0"/>
              <a:t>Reviews are necessary to ensure that the correct quality of artefact is produced and that is functions as stated, therefore human review remains crucial.</a:t>
            </a:r>
          </a:p>
          <a:p>
            <a:pPr algn="just"/>
            <a:r>
              <a:rPr lang="en-GB" dirty="0"/>
              <a:t>The opportunity here, is acceleration of this process, through automatic analysis of all pertinent information, included as a “skill”.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8094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36C8E-D065-07BF-6922-0E7F89D32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 solution could look 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9EF3D-B1D7-0928-FBD7-C9F528728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Traditional, or AI enabled processes are completed to produce an artefact.</a:t>
            </a:r>
          </a:p>
          <a:p>
            <a:r>
              <a:rPr lang="en-GB" dirty="0"/>
              <a:t>At the CI/CD level, submission of a Pull Request, could trigger an automatic AI review, which checks against related documentation, traces and against the process.</a:t>
            </a:r>
          </a:p>
          <a:p>
            <a:r>
              <a:rPr lang="en-GB" dirty="0"/>
              <a:t>When peer reviewers/QA/IV&amp;V access confluence, this AI feedback is made available, immediately identifying low level, obvious and complex issues for originator action.</a:t>
            </a:r>
          </a:p>
          <a:p>
            <a:r>
              <a:rPr lang="en-GB" dirty="0"/>
              <a:t>This removes the dead time before the originator can receive initial comments, providing immediate feedback.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4716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ED694-C35C-7FE6-7249-FA5CD654E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this can be achieved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21F70-9B6F-7CAD-22C3-1348C86A8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Option 1: Electra API access, facilitated through a simple UI. Document context, reviewer skills, and associated standards/artefacts are provided as context within a prompt. </a:t>
            </a:r>
            <a:r>
              <a:rPr lang="en-GB" b="1" dirty="0"/>
              <a:t>(Low effort, cost scales with Electra usage charges)</a:t>
            </a:r>
          </a:p>
          <a:p>
            <a:r>
              <a:rPr lang="en-GB" dirty="0"/>
              <a:t>Option 2: Finding a route (with security) to local, team based deployment of a machine, hosting an LLM and orchestration framework, which is queried in a similar manner to Electra, allowing greater customisation and potentially use of higher classification data. </a:t>
            </a:r>
            <a:r>
              <a:rPr lang="en-GB" b="1" dirty="0"/>
              <a:t>(Greatest Effort and cost)</a:t>
            </a:r>
          </a:p>
          <a:p>
            <a:r>
              <a:rPr lang="en-GB" dirty="0"/>
              <a:t>Option 3: Improve access to Copilot to allow document upload, gated behind SQEP training, to increase the capability of competent, safe engineers. </a:t>
            </a:r>
            <a:r>
              <a:rPr lang="en-GB" b="1" dirty="0"/>
              <a:t>(Lowest effort, cost unknown, security implications)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5017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4A1B3-CF71-30FA-7532-7392135B9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 to be obtained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F8C80-2B9E-CF3F-CC8B-D8C343672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Traceability analysis can be performed automatically and verifiably.</a:t>
            </a:r>
          </a:p>
          <a:p>
            <a:r>
              <a:rPr lang="en-GB" dirty="0"/>
              <a:t>Spelling and grammar error detection is near complete, allowing focus on more meaningful components.</a:t>
            </a:r>
          </a:p>
          <a:p>
            <a:r>
              <a:rPr lang="en-GB" dirty="0"/>
              <a:t>New engineers become familiar with the plans and standards, as well as with the issues which are common, to each artefact.</a:t>
            </a:r>
          </a:p>
          <a:p>
            <a:r>
              <a:rPr lang="en-GB" dirty="0"/>
              <a:t>Review lead time is eliminated, through the provision of upfront comments.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3438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4EE29-C255-5223-6277-422807C00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8980E0-783F-93C4-E19A-642342C5BE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366" y="238126"/>
            <a:ext cx="11606359" cy="642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309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96D59-D027-C749-1E80-7E92C088F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050F01-4FAD-BA3A-4B4B-E3D888E4D8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220" y="1027906"/>
            <a:ext cx="72647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32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8FDC3-DC81-DD42-4420-14A84ECF8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95F535-3843-4154-EA22-59711C9008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850" y="524319"/>
            <a:ext cx="5149501" cy="29046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125D5A-E385-DAA8-0D20-FE7554186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50" y="4033342"/>
            <a:ext cx="5149501" cy="22022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37885D-677C-718F-BF32-013FBBC6C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241" y="738683"/>
            <a:ext cx="5287909" cy="21952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8E60F5-78B6-279B-F324-29049CF18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9820" y="3555185"/>
            <a:ext cx="5274330" cy="236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039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508BF-44B5-09FB-9FD8-F442339EF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LLR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406E1-08CC-22C6-DE8B-6E8E58A55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SRATS and HLR provided as requirement context.</a:t>
            </a:r>
          </a:p>
          <a:p>
            <a:r>
              <a:rPr lang="en-GB" dirty="0"/>
              <a:t>Code artefacts documented in this LLR are provided as context.</a:t>
            </a:r>
          </a:p>
          <a:p>
            <a:r>
              <a:rPr lang="en-GB" dirty="0"/>
              <a:t>SIS, SMS included as plans and standards context.</a:t>
            </a:r>
          </a:p>
          <a:p>
            <a:r>
              <a:rPr lang="en-GB" dirty="0"/>
              <a:t>Prompt (skill) included to specify the type of artefact review.</a:t>
            </a:r>
          </a:p>
          <a:p>
            <a:r>
              <a:rPr lang="en-GB" dirty="0"/>
              <a:t>D0-178C context is not provided due to access limitations, but additional standards can be provided for reference.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2298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56AE9-F88C-B753-C30D-FADA53BCD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766B0FF-9276-9A3F-C5F4-73166F2D21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5447" y="1825625"/>
            <a:ext cx="89411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738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C71F-A09B-F7A4-78F2-01B7201D0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8FACFC0-20EC-AE9F-22F3-71264A50D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3329" y="1825625"/>
            <a:ext cx="89053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964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B4B95-31AD-2865-4D23-AF593D709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28996E-73E5-4D30-8923-29850127B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09595"/>
            <a:ext cx="10515600" cy="298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081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2F0E-EFAF-7B69-724D-15DAC6016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A5292B-8D00-35BD-2CAC-D7D1D87B25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3668" y="1825625"/>
            <a:ext cx="68246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287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C756C-1734-506D-6212-E3659B976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E99CDC-0D26-B74F-7615-B93D117095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9879" y="1825625"/>
            <a:ext cx="94322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794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90E9D-397C-DE28-9523-304021627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E7577E-4286-BC6E-10E4-3E70CA5619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9105"/>
            <a:ext cx="10515600" cy="392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460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B9E93-861F-3F9A-BD45-11ADCEE71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 to be done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58DDA-C433-3BAB-2092-D154F9E18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demo was completed with a smaller, less capable model due to hardware constraints.</a:t>
            </a:r>
          </a:p>
        </p:txBody>
      </p:sp>
    </p:spTree>
    <p:extLst>
      <p:ext uri="{BB962C8B-B14F-4D97-AF65-F5344CB8AC3E}">
        <p14:creationId xmlns:p14="http://schemas.microsoft.com/office/powerpoint/2010/main" val="376782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5C6A7-07A3-C120-3A6A-CACD083F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5471F-A5C5-FE6B-45B3-18EA26B1E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 a starting position, the validity of the use of AI to support the review and development of artefacts and code needs to be socialised.</a:t>
            </a:r>
          </a:p>
          <a:p>
            <a:r>
              <a:rPr lang="en-GB" dirty="0"/>
              <a:t>Teams need to be informed around how it can be used, efficiently and properly, for each type of task, either through templated prompting, or work instruction.</a:t>
            </a:r>
          </a:p>
          <a:p>
            <a:r>
              <a:rPr lang="en-GB" dirty="0"/>
              <a:t>I am of the opinion a route needs to be formed for the AI enablement of each established process we use, to speed up familiar, tested and agreed processes.</a:t>
            </a:r>
          </a:p>
        </p:txBody>
      </p:sp>
    </p:spTree>
    <p:extLst>
      <p:ext uri="{BB962C8B-B14F-4D97-AF65-F5344CB8AC3E}">
        <p14:creationId xmlns:p14="http://schemas.microsoft.com/office/powerpoint/2010/main" val="2385034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568</Words>
  <Application>Microsoft Office PowerPoint</Application>
  <PresentationFormat>Widescreen</PresentationFormat>
  <Paragraphs>30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Demo</vt:lpstr>
      <vt:lpstr>Safety Review Assistant</vt:lpstr>
      <vt:lpstr>What a solution could look like</vt:lpstr>
      <vt:lpstr>How this can be achieved</vt:lpstr>
      <vt:lpstr>Benefits to be obtained</vt:lpstr>
      <vt:lpstr>PowerPoint Presentation</vt:lpstr>
      <vt:lpstr>PowerPoint Presentation</vt:lpstr>
      <vt:lpstr>PowerPoint Presentation</vt:lpstr>
      <vt:lpstr>LLR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 to be done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Haythornthwaite</dc:creator>
  <cp:lastModifiedBy>Oliver Haythornthwaite</cp:lastModifiedBy>
  <cp:revision>5</cp:revision>
  <dcterms:created xsi:type="dcterms:W3CDTF">2026-08-04T17:36:23Z</dcterms:created>
  <dcterms:modified xsi:type="dcterms:W3CDTF">2026-08-04T19:26:50Z</dcterms:modified>
</cp:coreProperties>
</file>