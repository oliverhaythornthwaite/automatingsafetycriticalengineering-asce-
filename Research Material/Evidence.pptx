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6207-CC94-928F-AE0B-1222873AB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E709C-F396-B6A8-FCBA-FA3CB342F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8B0A9-17DF-A3C5-B0D9-DA179293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D6A8A-39AC-EB70-A72D-26CB6A5D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D41F-6D6A-B20C-9C42-9FD59539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01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44C8-B8EC-D7AF-5D8D-FF570648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8185-D41D-2B26-96B4-A7B616CA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D58B-D2C3-9D0E-93B8-6327CCC8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726A0-415E-7FDA-C53B-66138FD5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F9869-0827-32BF-FE60-60647CE6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3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3A21-9E7F-F236-57D9-D8E1AA87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3BA82-22B7-8863-BD40-F4770C39C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61043-6EA7-51D7-8E31-9B182A4E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8A1B1-1E02-E96F-6F4B-A0DF1D6A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1C5FD-1615-3DBD-B54B-6BFAEFFE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02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521D-B6A1-F3A9-5D54-A2B62E6C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B6A36-27DC-5864-63E2-55759D290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DC848-3E26-4337-F483-FFCB6C9EE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F2DDA-1931-9DA2-A48F-CC946152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8BE5C-33BD-4AA7-3734-30438D16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8F58E-86A1-22DA-53D7-9D7C53BD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60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6DC7-5562-C291-6C5D-95F2DF2D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A10B-3D47-07EC-551C-F4FD4433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138C6-3D08-E12B-255B-92E8D3997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56BAB-6C3C-DC57-3A12-BC6E776A8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0253B-3748-8D7E-8C87-19AFC0EA2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FD381-8ABF-0979-CC87-71FAC593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0A6CC-8BF0-D212-6FE9-27839555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8A611-D3B7-B753-7455-88C28E10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5D59-6CAC-E023-A41F-E66D5D48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6200F-AC8B-A462-907D-4972DCDA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765F6-B084-4A1B-897F-6E355CB5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3668A-97E6-A768-D348-A784B884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10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3CC68-7544-D16E-9186-1436CC7B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2FDAE-CE94-0B58-0183-5CD7C917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A738A-416F-C117-32BC-6AB83697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86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195C-D8F2-FE3F-78A9-519921D2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3A2A-9EC2-2A0F-55C2-F7ABC42B1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BA016-BCEB-1DA5-5CA2-3C3EC1A05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A4E8C-570E-12F4-98BA-184C6217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DFD41-3467-8A29-D86B-1E544E4B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36124-E29B-1F31-4A60-8B1ACC4E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4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9A1F-4A13-7B85-689E-2BB3C3B6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C144F-CF95-927C-3D36-12E3160B2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B18CF-9189-B865-2240-CB1F353FF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85648-9EBE-C69B-B3B9-C0EF8F8C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0FD53-46D8-B08B-2918-B2A5FBF0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BB303-DE4D-F791-A5F8-2308E29D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93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3089-AE7A-ACBD-4A44-5F6CD0B2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B3F86-08BA-C012-C034-49499D5EC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0E31-2820-0068-295F-A90A2048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6F27B-80BB-EA66-0089-5ECA4A35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4F248-98FE-7D3F-3F5A-51CFE435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32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1C7E2-796D-E3C4-01FC-5863559C3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D8427-93CB-68D6-AE6D-360E33D6B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B9410-814B-42AF-CE85-870226AF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F3FB-D160-431D-1784-475049F9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AB047-AE6D-6EB9-42E2-10C628E9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44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16ABC-8232-FC46-DFD2-F5852D27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34901-AB95-12C9-B83A-C4FE6BC52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CC49-0F03-3671-3027-08287643F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0A072-797C-47A8-89A4-8145E10F395A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A858F-F717-6738-2FA9-5A38D462D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81C23-556A-33E3-E619-9A12C62D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3939F-6F12-48F6-AC2D-092ADF7A29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81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2969-C042-2F4C-6F47-5F68EEF43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8D65D-C011-AF08-22F2-080778DB3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4C54C-420C-54F4-A054-94EA6D42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D552-635F-56B7-89B6-260DCFE85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8549F-648D-5C37-57A5-F3CB9B86C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15773-D0FE-6A6D-4B8C-EFC93215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14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3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5CEB-5947-8047-3BBD-F65156A2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0CAB-2A0D-CA9F-6009-6F6C043A5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93B15-C901-6D55-5440-DAF798503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52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1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E416-1B9B-718E-642F-FD6047A2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99A6-EA18-7496-ED8E-16FF7722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EBFB8-0480-16DA-DC25-3C46B7AD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32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9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7FB2-B9AB-7EF2-EC57-359F1E1D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4D60-9899-EEDE-B99E-3B714BFA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02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Haythornthwaite</dc:creator>
  <cp:lastModifiedBy>Oliver Haythornthwaite</cp:lastModifiedBy>
  <cp:revision>1</cp:revision>
  <dcterms:created xsi:type="dcterms:W3CDTF">2026-08-05T19:06:56Z</dcterms:created>
  <dcterms:modified xsi:type="dcterms:W3CDTF">2026-08-05T19:43:10Z</dcterms:modified>
</cp:coreProperties>
</file>